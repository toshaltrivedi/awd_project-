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ADVANCED WEB DEVELOPMENT (AWD)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Regular Final Viva-Voce Presentation</a:t>
            </a:r>
          </a:p>
          <a:p>
            <a:pPr>
              <a:spcAft>
                <a:spcPts val="2400"/>
              </a:spcAft>
              <a:defRPr sz="2000">
                <a:solidFill>
                  <a:srgbClr val="00B4D8"/>
                </a:solidFill>
                <a:latin typeface="Segoe UI"/>
              </a:defRPr>
            </a:pPr>
            <a:r>
              <a:t>Project: Crackly — MLH-Inspired Opportunity &amp; Prep Intelligence Platform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School of Computer Science, Engineering &amp; Technology, Vadodara</a:t>
            </a:r>
            <a:br/>
            <a:r>
              <a:t>ITM SLS BU | B.Tech Semester-5 | AY 2026-2027 (Winter-2026)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Viva-Voce Agenda &amp; Syllabus Deliverables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Aligned with AWD PBL Evaluation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ITM SLS BU | AWD B.Tech Sem-5 PBL Viva-Voce | Project: Crackly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Task 1: Comparative Study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REST API vs. GraphQL architecture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MongoDB vs. MySQL document model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React vs. Angular framework design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JWT vs. Session authentication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Project-specific technology rationale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Task 2: Security Audit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NoSQL / SQL Injection analysis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Cross-Site Scripting (XSS) defense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Weak Auth &amp; Password Storage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Input Validation &amp; ReDoS prevention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CVSS risk matrix &amp; mitigations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918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Task 3: Security Libraries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Helmet.js HTTP headers setup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bcrypt adaptive password hashing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Joi schema validation middleware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Automated verification script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Execution logs &amp; live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Project Overview: What is Crackly?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MLH-Inspired Opportunity &amp; Interview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ITM SLS BU | AWD B.Tech Sem-5 PBL Viva-Voce | Project: Crackly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Core Product Features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Opportunity Catalog: Discover Hackathons, Internships, &amp; Fresher Jobs.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Prep Intelligence Drawer: Attached 4-week step-by-step roadmap for every role.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Deep Tech Modules: Curated deep-dives (Event Loop, React Fibers, MongoDB ESR).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Interview Bank: Role-specific questions with difficulty tiers and answers.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Community Testimonials: MLH-style swipeable hacker carousel.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Full-Stack Architecture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Frontend: React 18, Vite (sub-50ms HMR), Tailwind CSS, Lucide icons.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Backend: Node.js (ES Modules), Express.js REST API on port 5000.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Database: MongoDB with Mongoose ODM (embedded subdocument schemas).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Resilient Fallback: Offline demo mode with 17 complete sample records.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Security: Helmet.js, bcrypt adaptive hashing, Joi validation middleware.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Task 1: REST API vs. GraphQL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API Architecture &amp; Communication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ITM SLS BU | AWD B.Tech Sem-5 PBL Viva-Voce | Project: Crackly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REST API (Crackly Chosen)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Multiple discrete endpoints: /api/opportunities, /api/auth, /api/health.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Native HTTP caching: ETags, Cache-Control, browser/CDN edge proxies.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Standard status codes: 200, 201, 400, 401, 404, 500 for error handling.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Granular rate limiting per endpoint using express-rate-limit.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Rationale for Crackly: Seamless offline fallback via standard Axios interceptors; zero SDL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GraphQL Alternative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Single POST endpoint (/graphql) accepting client-defined queries.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Eliminates over-fetching &amp; under-fetching at client level.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Strongly typed schema definition language (SDL) and resolvers.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Trade-offs: Complex client-side caching (Apollo InMemoryCache), all queries return 200 OK.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Susceptible to DoS via deeply nested recursive queries without query complexity limits.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Task 1: MongoDB vs. MySQL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Data Persistence &amp; Schema Architecture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ITM SLS BU | AWD B.Tech Sem-5 PBL Viva-Voce | Project: Crackly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MongoDB (Crackly Chosen)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Hierarchical BSON documents: Perfect for nested data structures.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Native subdocuments: 4-week roadmap, technical modules, &amp; Q&amp;As stored together.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Single-query retrieval: Opportunity.findById(id) retrieves entire blueprint without JOINs.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Compound &amp; full-text indexing on title, company, description, and tags.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Rationale: High read performance for dynamic educational curricula.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MySQL Alternative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Tabular relational model: Strict schemas with foreign key constraints.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ACID compliant transactions: Excellent for financial/banking ledgers.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Zero data duplication via 3rd Normal Form (3NF).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Trade-offs: Storing Crackly's roadmap and Q&amp;As requires 4 separate tables and 4 SQL JOINs per card.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Schema migrations (ALTER TABLE) introduce downtime on large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Task 1: React vs. Angular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Frontend UI Architecture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ITM SLS BU | AWD B.Tech Sem-5 PBL Viva-Voce | Project: Crackly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React 18 + Vite (Crackly Chosen)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Declarative View Library: Unidirectional data flow with Virtual DOM.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Vite Tooling: Instant dev server boot and sub-5s production bundle compilation.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Functional Components &amp; Hooks: useState, useEffect, useCallback for clean state.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Component Flexibility: Smoothly animates slide-over drawers and custom SVG art.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Rationale: Lightweight runtime (~40KB gzip), rapid iteration, modularity.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Angular Alternative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Full-fledged opinionated framework: TypeScript, RxJS, and Dependency Injection.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Built-in routing, HTTP client, and reactive forms out of the box.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Strict enterprise standardization across large multi-team organizations.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Trade-offs: Steep learning curve (RxJS streams, decorators, signals, modules).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Heavier bundle footprint and slower initial build pipeline compared to Vite.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Task 1: JWT vs. Session Authentication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Security &amp; State Management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ITM SLS BU | AWD B.Tech Sem-5 PBL Viva-Voce | Project: Crackly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JWT Authentication (Crackly Chosen)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Stateless: Server stores zero session state; verifies signature cryptographically.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Decoupled Architecture: Seamless across frontend (port 5173) and backend (port 5000).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Sent via standard Authorization: Bearer &lt;token&gt; HTTP headers.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Horizontally Scalable: Any server instance verifies tokens without shared Redis.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Rationale: Ideal for decoupled React SPA + Express REST architectures.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Session Cookies Alternative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Stateful: Server stores session record in server RAM or central Redis store.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Immediate Revocation: Deleting session from store instantly invalidates access.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Protected against XSS if stored in HttpOnly, SameSite cookies.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Trade-offs: Requires sticky sessions or Redis cluster when scaling horizontally.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Susceptible to CSRF attacks unless anti-CSRF tokens (csurf) are configured.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Task 2: Security Audit Report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Vulnerability Identification &amp; Risk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ITM SLS BU | AWD B.Tech Sem-5 PBL Viva-Voce | Project: Crackly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Vulnerabilities Audited &amp; Fixed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SEC-01 (HIGH): Unauthenticated POST /api/opportunities -&gt; Fixed via JWT Protect Guard.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SEC-02 (HIGH): Plaintext Password Storage -&gt; Fixed via bcrypt (10 salt rounds).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SEC-03 (HIGH): Inadequate Input Validation -&gt; Fixed via strict Joi schema middleware.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SEC-04 (MED): Regex Search Exploits (ReDoS) -&gt; Fixed via escapeRegex() sanitizer.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SEC-05 (MED): Clickjacking / Frame Embedding -&gt; Fixed via Helmet frameguard: deny.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Additional Risk Mitigations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SEC-06 (LOW): MIME Sniffing -&gt; Fixed via Helmet noSniff: nosniff header.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SEC-07 (MED): DoS / Endpoint Flooding -&gt; Fixed via express-rate-limit (200 req/15 min).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SEC-08 (MED): MongoDB Password Log Leak -&gt; Fixed via URI regex masking in db.js.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XSS Protection: React auto-escapes JSX; Helmet sets Content-Security-Policy.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CORS Protection: Origin whitelist restricted to configured frontend domains.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Task 3: Security Library 1 — Helmet.js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HTTP Security Headers Configuration &amp;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ITM SLS BU | AWD B.Tech Sem-5 PBL Viva-Voce | Project: Crackly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Technical Justification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Problem: Express leaks X-Powered-By: Express and leaves browser headers unconfigured.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Solution: Helmet sets 15 standard security headers conforming to OWASP guidelines.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X-Frame-Options: DENY -&gt; Completely prevents Clickjacking / iframe overlay attacks.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X-Content-Type-Options: nosniff -&gt; Prevents browsers from MIME-sniffing scripts.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Strict-Transport-Security: Enforces HTTPS encryption for 1 full year.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Implementation Snippet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// server/server.js</a:t>
            </a:r>
            <a:br/>
            <a:r>
              <a:t>app.use(helmet({</a:t>
            </a:r>
            <a:br/>
            <a:r>
              <a:t>  frameguard: { action: 'deny' },</a:t>
            </a:r>
            <a:br/>
            <a:r>
              <a:t>  noSniff: true,</a:t>
            </a:r>
            <a:br/>
            <a:r>
              <a:t>  hidePoweredBy: true,</a:t>
            </a:r>
            <a:br/>
            <a:r>
              <a:t>  hsts: { maxAge: 31536000 },</a:t>
            </a:r>
            <a:br/>
            <a:r>
              <a:t>  contentSecurityPolicy: { directives: { ... } }</a:t>
            </a:r>
            <a:br/>
            <a:r>
              <a:t>}));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Verified via demonstrate_security.js: All headers returned and confirmed active.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Task 3: Security Library 2 — bcrypt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Adaptive Password Hashing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ITM SLS BU | AWD B.Tech Sem-5 PBL Viva-Voce | Project: Crackly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Technical Justification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Problem: Plaintext or SHA-256 passwords can be cracked via GPUs &amp; Rainbow Tables.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Solution: bcrypt uses adaptive Blowfish key derivation with unique 128-bit salting.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Work Factor 10: 2^10 = 1,024 iterations (~86ms per hash), thwarting brute-force.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Unique Salt Proof: Hashing the same password twice yields completely distinct hashes.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Constant-Time Compare: bcrypt.compare() prevents timing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Implementation Snippet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// server/models/User.js</a:t>
            </a:r>
            <a:br/>
            <a:r>
              <a:t>userSchema.pre('save', async function(next) {</a:t>
            </a:r>
            <a:br/>
            <a:r>
              <a:t>  if (!this.isModified('password')) return next();</a:t>
            </a:r>
            <a:br/>
            <a:r>
              <a:t>  const salt = await bcrypt.genSalt(10);</a:t>
            </a:r>
            <a:br/>
            <a:r>
              <a:t>  this.password = await bcrypt.hash(this.password, salt);</a:t>
            </a:r>
            <a:br/>
            <a:r>
              <a:t>});</a:t>
            </a:r>
            <a:br/>
            <a:br/>
            <a:r>
              <a:t>userSchema.methods.comparePassword = async function(p) {</a:t>
            </a:r>
            <a:br/>
            <a:r>
              <a:t>  return await bcrypt.compare(p, this.password);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Task 3: Security Library 3 — Joi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Declarative Input Validation &amp; Schema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ITM SLS BU | AWD B.Tech Sem-5 PBL Viva-Voce | Project: Crackly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Technical Justification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Problem: Imperative if-statements miss edge cases, nested fields, and mass assignment.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Solution: Joi defines strict declarative schemas for body and query parameters.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Mass-Assignment Defense: stripUnknown: true automatically drops unmapped keys.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Fail-Fast &amp; Aggregate: Returns structured array of all schema violations.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Protocol Validation: Restricts application URLs strictly to http/https schemes.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Implementation Snippet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// server/validations/opportunityValidation.js</a:t>
            </a:r>
            <a:br/>
            <a:r>
              <a:t>export const createOpportunitySchema = Joi.object({</a:t>
            </a:r>
            <a:br/>
            <a:r>
              <a:t>  title: Joi.string().trim().min(3).max(150).required(),</a:t>
            </a:r>
            <a:br/>
            <a:r>
              <a:t>  company: Joi.string().trim().min(2).max(100).required(),</a:t>
            </a:r>
            <a:br/>
            <a:r>
              <a:t>  category: Joi.string().valid('Hackathon','Internship','Fresher Job').required(),</a:t>
            </a:r>
            <a:br/>
            <a:r>
              <a:t>  applicationUrl: Joi.string().uri({ scheme: ['http','https'] }).allow('')</a:t>
            </a:r>
            <a:br/>
            <a:r>
              <a:t>});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Applied via generic middleware: validate(createOpportunitySchema, 'body')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Task 3: Live Verification &amp; Demonstration Output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Automated Security Test Suite: npm run demonstrate:security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ITM SLS BU | AWD B.Tech Sem-5 PBL Viva-Voce | Project: Crackly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Execution Log Summary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✔ [PASS] Helmet.js: X-Frame-Options: DENY, X-Content-Type-Options: nosniff, CSP active, X-Powered-By hidden.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✔ [PASS] bcrypt: Plaintext hashed in 86ms. Unique Salt verified (Hash #1 != Hash #2). Correct password === TRUE, Wrong password === FALSE.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✔ [PASS] Joi: Valid opportunity accepted. Malformed opportunity blocked with 4 explicit field violations (title too short, category invalid, URL invalid).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✔ [PASS] Mass-Assignment Protection: Injected key 'unknownHackerField' stripped automatically.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✔ [PASS] Auth Schema: Short passwords (&lt;6 chars) and invalid emails caught before database write.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Result: 100% test pass rate with 0 errors.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Conclusion &amp; AWD Evaluation Summary</a:t>
            </a:r>
          </a:p>
          <a:p>
            <a:pPr>
              <a:defRPr sz="1300">
                <a:solidFill>
                  <a:srgbClr val="00B4D8"/>
                </a:solidFill>
                <a:latin typeface="Segoe UI"/>
              </a:defRPr>
            </a:pPr>
            <a:r>
              <a:t>Full Compliance with ITM SLS BU Syllabus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ITM SLS BU | AWD B.Tech Sem-5 PBL Viva-Voce | Project: Crackly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What We Delivered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Task 1: Complete 4-way comparative technology report with justified conclusions.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Task 2: Full security audit covering NoSQL injection, XSS, auth, passwords, input validation.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Task 3: Production implementation of Helmet.js, bcrypt, and Joi with test suite.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Viva Deliverables: Formal Word document (.docx) and PowerPoint presentation (.pptx).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Full-Stack Web App: Fully responsive, offline resilient, with 17 real opportunity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389120"/>
          </a:xfrm>
          <a:prstGeom prst="roundRect">
            <a:avLst/>
          </a:prstGeom>
          <a:solidFill>
            <a:srgbClr val="182640"/>
          </a:solidFill>
          <a:ln w="19050"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Segoe UI"/>
              </a:defRPr>
            </a:pPr>
            <a:r>
              <a:t>Ready for Viva Questions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Theoretical mastery of JavaScript event loop, Virtual DOM, and Blowfish hashing.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Live demonstration of backend endpoints and offline fallback demo mode.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Demonstration script: cd server &amp;&amp; npm run demonstrate:security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Backend start: npm run dev (port 5000) | Frontend start: npm run dev (port 5173)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Thank you! We welcome questions from the evaluation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